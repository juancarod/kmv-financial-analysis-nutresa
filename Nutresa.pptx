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notesMasterIdLst>
    <p:notesMasterId r:id="rId11"/>
  </p:notesMasterIdLst>
  <p:sldIdLst>
    <p:sldId id="2147474853" r:id="rId5"/>
    <p:sldId id="2147474850" r:id="rId6"/>
    <p:sldId id="2147474847" r:id="rId7"/>
    <p:sldId id="2147474851" r:id="rId8"/>
    <p:sldId id="2147474854" r:id="rId9"/>
    <p:sldId id="2147474849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A783"/>
    <a:srgbClr val="F5B6CD"/>
    <a:srgbClr val="59CBE8"/>
    <a:srgbClr val="FDDA24"/>
    <a:srgbClr val="00CCEA"/>
    <a:srgbClr val="2C2A29"/>
    <a:srgbClr val="ABA59D"/>
    <a:srgbClr val="9063CD"/>
    <a:srgbClr val="FF7F41"/>
    <a:srgbClr val="0330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9D285-FBB1-6548-BF9E-9C4FDB6CAEC6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AE136-FEA4-BC42-91F8-3C658FAFC5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3562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AE136-FEA4-BC42-91F8-3C658FAFC5B0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5402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24051A3-378C-E146-A17B-F3B2F69D3BAE}"/>
              </a:ext>
            </a:extLst>
          </p:cNvPr>
          <p:cNvSpPr/>
          <p:nvPr/>
        </p:nvSpPr>
        <p:spPr>
          <a:xfrm>
            <a:off x="9593943" y="6165850"/>
            <a:ext cx="2598057" cy="692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893452B2-83FF-E24A-A4FA-95A19AD8F2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6287E784-6FA0-2641-974A-093B09B928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3817" y="5073196"/>
            <a:ext cx="6023426" cy="178480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1" i="0">
                <a:solidFill>
                  <a:schemeClr val="bg1"/>
                </a:solidFill>
                <a:latin typeface="CIBFont Serif" panose="020A0603050306020104" pitchFamily="18" charset="77"/>
              </a:defRPr>
            </a:lvl1pPr>
            <a:lvl2pPr marL="457200" indent="0" algn="r">
              <a:buNone/>
              <a:defRPr b="1" i="0">
                <a:latin typeface="CIBFont Sans" panose="020B0603020202020104" pitchFamily="34" charset="77"/>
              </a:defRPr>
            </a:lvl2pPr>
            <a:lvl3pPr marL="914400" indent="0" algn="r">
              <a:buNone/>
              <a:defRPr b="1" i="0">
                <a:latin typeface="CIBFont Sans" panose="020B0603020202020104" pitchFamily="34" charset="77"/>
              </a:defRPr>
            </a:lvl3pPr>
            <a:lvl4pPr marL="1371600" indent="0" algn="r">
              <a:buNone/>
              <a:defRPr b="1" i="0">
                <a:latin typeface="CIBFont Sans" panose="020B0603020202020104" pitchFamily="34" charset="77"/>
              </a:defRPr>
            </a:lvl4pPr>
            <a:lvl5pPr marL="1828800" indent="0" algn="r">
              <a:buNone/>
              <a:defRPr b="1" i="0">
                <a:latin typeface="CIBFont Sans" panose="020B0603020202020104" pitchFamily="34" charset="77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3DCAECF-1D48-CE40-BFCA-6E3EBF0D3829}"/>
              </a:ext>
            </a:extLst>
          </p:cNvPr>
          <p:cNvCxnSpPr>
            <a:cxnSpLocks/>
          </p:cNvCxnSpPr>
          <p:nvPr/>
        </p:nvCxnSpPr>
        <p:spPr>
          <a:xfrm>
            <a:off x="7710544" y="5162941"/>
            <a:ext cx="0" cy="1331354"/>
          </a:xfrm>
          <a:prstGeom prst="line">
            <a:avLst/>
          </a:prstGeom>
          <a:ln w="254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 descr="Un dibujo de un perro&#10;&#10;Descripción generada automáticamente con confianza media">
            <a:extLst>
              <a:ext uri="{FF2B5EF4-FFF2-40B4-BE49-F238E27FC236}">
                <a16:creationId xmlns:a16="http://schemas.microsoft.com/office/drawing/2014/main" id="{D5AE5C26-3390-D346-8ACB-87558251C05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3846" y="5597388"/>
            <a:ext cx="3592233" cy="462459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39F1125-AD63-D448-870D-7771AAED7FB2}"/>
              </a:ext>
            </a:extLst>
          </p:cNvPr>
          <p:cNvSpPr/>
          <p:nvPr userDrawn="1"/>
        </p:nvSpPr>
        <p:spPr>
          <a:xfrm>
            <a:off x="9593943" y="6165850"/>
            <a:ext cx="2598057" cy="692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7608E9F-BA84-734F-A6A6-D8203B4A5BBD}"/>
              </a:ext>
            </a:extLst>
          </p:cNvPr>
          <p:cNvCxnSpPr>
            <a:cxnSpLocks/>
          </p:cNvCxnSpPr>
          <p:nvPr userDrawn="1"/>
        </p:nvCxnSpPr>
        <p:spPr>
          <a:xfrm>
            <a:off x="7710544" y="5162941"/>
            <a:ext cx="0" cy="1331354"/>
          </a:xfrm>
          <a:prstGeom prst="line">
            <a:avLst/>
          </a:prstGeom>
          <a:ln w="254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dibujo de un perro&#10;&#10;Descripción generada automáticamente con confianza media">
            <a:extLst>
              <a:ext uri="{FF2B5EF4-FFF2-40B4-BE49-F238E27FC236}">
                <a16:creationId xmlns:a16="http://schemas.microsoft.com/office/drawing/2014/main" id="{9DD8E01F-56ED-0841-BEE5-9B03DF4BD5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3846" y="5597388"/>
            <a:ext cx="3592233" cy="46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19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Menú">
    <p:bg>
      <p:bgPr>
        <a:solidFill>
          <a:srgbClr val="2C2A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62C076-EE52-0C43-8DB0-FD8C2B4163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0080" y="3136339"/>
            <a:ext cx="1679513" cy="152006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s-CO" sz="2000" b="1" i="0" kern="1200" dirty="0">
                <a:solidFill>
                  <a:schemeClr val="bg1"/>
                </a:solidFill>
                <a:latin typeface="CIBFont Serif" panose="020A0603050306020104" pitchFamily="18" charset="77"/>
                <a:ea typeface="+mn-ea"/>
                <a:cs typeface="+mn-cs"/>
              </a:defRPr>
            </a:lvl1pPr>
          </a:lstStyle>
          <a:p>
            <a:pPr lvl="0"/>
            <a:r>
              <a:rPr lang="es-MX"/>
              <a:t>índice</a:t>
            </a:r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6601234-FD25-F141-9908-D6BED245B7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47357" y="6128774"/>
            <a:ext cx="1517631" cy="512109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57B902B-D67A-9D43-85CC-CE1EB1E5EC2A}"/>
              </a:ext>
            </a:extLst>
          </p:cNvPr>
          <p:cNvCxnSpPr>
            <a:cxnSpLocks/>
          </p:cNvCxnSpPr>
          <p:nvPr userDrawn="1"/>
        </p:nvCxnSpPr>
        <p:spPr>
          <a:xfrm>
            <a:off x="5992761" y="2400297"/>
            <a:ext cx="0" cy="2057406"/>
          </a:xfrm>
          <a:prstGeom prst="line">
            <a:avLst/>
          </a:prstGeom>
          <a:ln w="889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247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a Men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4D186DC5-5722-4649-B52A-A04B6CA51B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0080" y="3136339"/>
            <a:ext cx="1679513" cy="152006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s-CO" sz="2000" b="1" i="0" kern="1200" dirty="0">
                <a:solidFill>
                  <a:srgbClr val="2C2A29"/>
                </a:solidFill>
                <a:latin typeface="CIBFont Serif" panose="020A0603050306020104" pitchFamily="18" charset="77"/>
                <a:ea typeface="+mn-ea"/>
                <a:cs typeface="+mn-cs"/>
              </a:defRPr>
            </a:lvl1pPr>
          </a:lstStyle>
          <a:p>
            <a:pPr lvl="0"/>
            <a:r>
              <a:rPr lang="es-MX"/>
              <a:t>índice</a:t>
            </a:r>
            <a:endParaRPr lang="es-CO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948CFC6-792B-6B4A-B277-D0D0DD6E4AEF}"/>
              </a:ext>
            </a:extLst>
          </p:cNvPr>
          <p:cNvCxnSpPr>
            <a:cxnSpLocks/>
          </p:cNvCxnSpPr>
          <p:nvPr userDrawn="1"/>
        </p:nvCxnSpPr>
        <p:spPr>
          <a:xfrm>
            <a:off x="5992761" y="2400297"/>
            <a:ext cx="0" cy="2057406"/>
          </a:xfrm>
          <a:prstGeom prst="line">
            <a:avLst/>
          </a:prstGeom>
          <a:ln w="889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885AC65B-BA28-A149-9545-429723B75D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47357" y="6128773"/>
            <a:ext cx="1517631" cy="5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4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tradilla">
    <p:bg>
      <p:bgPr>
        <a:solidFill>
          <a:srgbClr val="FDD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36F2B13-77AD-0A4F-9C5F-074838A037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47357" y="6128773"/>
            <a:ext cx="1517631" cy="5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Entradilla">
    <p:bg>
      <p:bgPr>
        <a:solidFill>
          <a:srgbClr val="ABA5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F2E1C9-1BB7-EE41-BFB8-32D54D07A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47357" y="6128773"/>
            <a:ext cx="1517631" cy="5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563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Entradilla">
    <p:bg>
      <p:bgPr>
        <a:solidFill>
          <a:srgbClr val="FDD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4B41ED8-E480-EB40-A8D5-516E3A9CFF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47357" y="6128773"/>
            <a:ext cx="1517631" cy="5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35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ill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FD5A8A27-B95A-8E45-B286-F6C61772B4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3213" y="1"/>
            <a:ext cx="5792787" cy="59134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C98C9F2-6703-B540-B0D5-0E0FCFB44A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47357" y="6128773"/>
            <a:ext cx="1517631" cy="5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2469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rtadilla 1">
    <p:bg>
      <p:bgPr>
        <a:solidFill>
          <a:srgbClr val="2C2A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FD5A8A27-B95A-8E45-B286-F6C61772B4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3213" y="1"/>
            <a:ext cx="5792787" cy="59134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BB94208-2B81-0A45-AE73-D5904C4861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47357" y="6128774"/>
            <a:ext cx="1517631" cy="5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290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il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FE02DFEF-B630-1C46-9479-1235B2F325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013" y="-1"/>
            <a:ext cx="11737975" cy="591343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6A3BD5-B0AD-F447-831B-ADD2A41A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47357" y="6128773"/>
            <a:ext cx="1517631" cy="5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9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rtadilla 2">
    <p:bg>
      <p:bgPr>
        <a:solidFill>
          <a:srgbClr val="2C2A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FE02DFEF-B630-1C46-9479-1235B2F325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013" y="0"/>
            <a:ext cx="11737975" cy="59134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94398F-D9D9-914E-91E2-9853A4DA2D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47357" y="6128774"/>
            <a:ext cx="1517631" cy="5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7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C3980B87-9672-EF48-ADEA-55F235155D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6424245" cy="591343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A24EBC2A-6A69-2740-AD11-951BF570A3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63507" y="3259014"/>
            <a:ext cx="4114801" cy="2449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latin typeface="CIBFont Sans Light" panose="020B0603020202020104" pitchFamily="34" charset="77"/>
              </a:defRPr>
            </a:lvl1pPr>
            <a:lvl2pPr marL="457200" indent="0">
              <a:buNone/>
              <a:defRPr b="0" i="0">
                <a:latin typeface="CIBFont Sans Book" panose="020B0603020202020104" pitchFamily="34" charset="77"/>
              </a:defRPr>
            </a:lvl2pPr>
            <a:lvl3pPr marL="914400" indent="0">
              <a:buNone/>
              <a:defRPr b="0" i="0">
                <a:latin typeface="CIBFont Sans Book" panose="020B0603020202020104" pitchFamily="34" charset="77"/>
              </a:defRPr>
            </a:lvl3pPr>
            <a:lvl4pPr marL="1371600" indent="0">
              <a:buNone/>
              <a:defRPr b="0" i="0">
                <a:latin typeface="CIBFont Sans Book" panose="020B0603020202020104" pitchFamily="34" charset="77"/>
              </a:defRPr>
            </a:lvl4pPr>
            <a:lvl5pPr marL="1828800" indent="0">
              <a:buNone/>
              <a:defRPr b="0" i="0">
                <a:latin typeface="CIBFont Sans Book" panose="020B0603020202020104" pitchFamily="34" charset="77"/>
              </a:defRPr>
            </a:lvl5pPr>
          </a:lstStyle>
          <a:p>
            <a:pPr lvl="0"/>
            <a:r>
              <a:rPr lang="es-ES"/>
              <a:t>Segundo nivel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16B1DDEA-1E59-4441-A4DE-C46ED0D0E0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3507" y="1674812"/>
            <a:ext cx="4114801" cy="13715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CIBFont Serif" panose="020A0603050306020104" pitchFamily="18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E39619C-5604-574F-9820-5AA263F84E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47357" y="6128773"/>
            <a:ext cx="1517631" cy="5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68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9DE06DC-5ABB-AD4C-A3E2-D66A51C7B7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47357" y="6128773"/>
            <a:ext cx="1517631" cy="5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648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BC452A15-BAFA-1549-ABC5-31BDC93906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16D2ACE-9CB2-844D-8983-3CEB013D2CD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0D87313-8324-974F-AC79-E941CF6057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47357" y="6128774"/>
            <a:ext cx="1517631" cy="5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46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BC452A15-BAFA-1549-ABC5-31BDC93906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350AD2C1-8B9F-9D49-B69D-3A7FCF63C8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1C05E73-8E61-A74B-8527-E0E0674483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6585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028FBA-FA48-2722-D9E8-65E168E8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22B9-0DAA-B64D-9918-26D3A44F57D3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9C1A03-DD26-E725-5942-E29C41BD6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ADA623-01C4-3E52-F965-3B6282479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9DED-7B17-7741-8EC3-AC2CA2B595D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5348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3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8" r:id="rId2"/>
    <p:sldLayoutId id="2147483679" r:id="rId3"/>
    <p:sldLayoutId id="2147483682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77" r:id="rId14"/>
    <p:sldLayoutId id="2147483693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25" userDrawn="1">
          <p15:clr>
            <a:srgbClr val="F26B43"/>
          </p15:clr>
        </p15:guide>
        <p15:guide id="2" orient="horz" pos="3861" userDrawn="1">
          <p15:clr>
            <a:srgbClr val="F26B43"/>
          </p15:clr>
        </p15:guide>
        <p15:guide id="3" orient="horz" pos="4178">
          <p15:clr>
            <a:srgbClr val="F26B43"/>
          </p15:clr>
        </p15:guide>
        <p15:guide id="5" pos="7537">
          <p15:clr>
            <a:srgbClr val="F26B43"/>
          </p15:clr>
        </p15:guide>
        <p15:guide id="6" pos="1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58C04405-17F3-7704-B0C4-1FFA83417708}"/>
              </a:ext>
            </a:extLst>
          </p:cNvPr>
          <p:cNvSpPr txBox="1">
            <a:spLocks/>
          </p:cNvSpPr>
          <p:nvPr/>
        </p:nvSpPr>
        <p:spPr>
          <a:xfrm>
            <a:off x="602097" y="1652284"/>
            <a:ext cx="11321218" cy="1695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CO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4000" b="1" dirty="0" err="1">
                <a:solidFill>
                  <a:schemeClr val="tx1"/>
                </a:solidFill>
                <a:latin typeface="CIBFont Sans" panose="020B0603020202020104" pitchFamily="34" charset="77"/>
              </a:rPr>
              <a:t>Analisis</a:t>
            </a:r>
            <a:r>
              <a:rPr lang="es-419" sz="4000" b="1" dirty="0">
                <a:solidFill>
                  <a:schemeClr val="tx1"/>
                </a:solidFill>
                <a:latin typeface="CIBFont Sans" panose="020B0603020202020104" pitchFamily="34" charset="77"/>
              </a:rPr>
              <a:t> Resultados Nutresa</a:t>
            </a:r>
          </a:p>
          <a:p>
            <a:r>
              <a:rPr lang="es-419" sz="4000" b="1" dirty="0">
                <a:solidFill>
                  <a:schemeClr val="tx1"/>
                </a:solidFill>
                <a:latin typeface="CIBFont Sans" panose="020B0603020202020104" pitchFamily="34" charset="77"/>
              </a:rPr>
              <a:t>4T25</a:t>
            </a:r>
          </a:p>
        </p:txBody>
      </p:sp>
    </p:spTree>
    <p:extLst>
      <p:ext uri="{BB962C8B-B14F-4D97-AF65-F5344CB8AC3E}">
        <p14:creationId xmlns:p14="http://schemas.microsoft.com/office/powerpoint/2010/main" val="3297589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0EB42-1C06-74B9-D250-C2572820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11F2EEE-CD07-DDE2-C865-DBE728200B7F}"/>
              </a:ext>
            </a:extLst>
          </p:cNvPr>
          <p:cNvSpPr/>
          <p:nvPr/>
        </p:nvSpPr>
        <p:spPr>
          <a:xfrm>
            <a:off x="-1" y="1315"/>
            <a:ext cx="12192000" cy="748237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B77A073-9D65-3D00-36D6-567825F773C4}"/>
              </a:ext>
            </a:extLst>
          </p:cNvPr>
          <p:cNvSpPr txBox="1">
            <a:spLocks/>
          </p:cNvSpPr>
          <p:nvPr/>
        </p:nvSpPr>
        <p:spPr>
          <a:xfrm>
            <a:off x="99017" y="1244"/>
            <a:ext cx="8937235" cy="765485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900"/>
              </a:lnSpc>
              <a:buNone/>
              <a:defRPr/>
            </a:pPr>
            <a:endParaRPr lang="es-CO" sz="2800" b="1" dirty="0">
              <a:solidFill>
                <a:schemeClr val="bg1"/>
              </a:solidFill>
              <a:latin typeface="CIBFont Sans" panose="020B0603020202020104" pitchFamily="34" charset="77"/>
            </a:endParaRPr>
          </a:p>
          <a:p>
            <a:pPr marL="0" indent="0">
              <a:lnSpc>
                <a:spcPts val="3900"/>
              </a:lnSpc>
              <a:buNone/>
              <a:defRPr/>
            </a:pPr>
            <a:r>
              <a:rPr lang="es-CO" sz="2800" b="1" dirty="0">
                <a:solidFill>
                  <a:schemeClr val="bg1"/>
                </a:solidFill>
                <a:latin typeface="CIBFont Sans" panose="020B0603020202020104" pitchFamily="34" charset="77"/>
              </a:rPr>
              <a:t>Desempeño Operativo</a:t>
            </a:r>
          </a:p>
          <a:p>
            <a:pPr marL="0" marR="0" lvl="0" indent="0" algn="l" defTabSz="914400" rtl="0" eaLnBrk="1" fontAlgn="auto" latinLnBrk="1" hangingPunct="1">
              <a:lnSpc>
                <a:spcPts val="39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s-CO" sz="2800" b="1" dirty="0">
              <a:solidFill>
                <a:schemeClr val="bg1"/>
              </a:solidFill>
              <a:latin typeface="CIBFont Sans" panose="020B0603020202020104" pitchFamily="34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B70D8F-DDE9-2305-D88F-B5D80AE4D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81" y="1052529"/>
            <a:ext cx="7559782" cy="522489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268FB62-05B3-3300-7549-7C0002FFEE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013" r="31484"/>
          <a:stretch>
            <a:fillRect/>
          </a:stretch>
        </p:blipFill>
        <p:spPr>
          <a:xfrm>
            <a:off x="7944927" y="2381114"/>
            <a:ext cx="4129088" cy="256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8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1D4DD81-B844-5716-5951-827238E914CD}"/>
              </a:ext>
            </a:extLst>
          </p:cNvPr>
          <p:cNvSpPr/>
          <p:nvPr/>
        </p:nvSpPr>
        <p:spPr>
          <a:xfrm>
            <a:off x="-1" y="1315"/>
            <a:ext cx="12192000" cy="748237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83D4385-A8F7-8E0F-3680-599B1D61684C}"/>
              </a:ext>
            </a:extLst>
          </p:cNvPr>
          <p:cNvSpPr txBox="1">
            <a:spLocks/>
          </p:cNvSpPr>
          <p:nvPr/>
        </p:nvSpPr>
        <p:spPr>
          <a:xfrm>
            <a:off x="99017" y="1244"/>
            <a:ext cx="8937235" cy="765485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900"/>
              </a:lnSpc>
              <a:buNone/>
              <a:defRPr/>
            </a:pPr>
            <a:endParaRPr lang="es-CO" sz="2800" b="1" dirty="0">
              <a:solidFill>
                <a:schemeClr val="bg1"/>
              </a:solidFill>
              <a:latin typeface="CIBFont Sans" panose="020B0603020202020104" pitchFamily="34" charset="77"/>
            </a:endParaRPr>
          </a:p>
          <a:p>
            <a:pPr marL="0" indent="0">
              <a:lnSpc>
                <a:spcPts val="3900"/>
              </a:lnSpc>
              <a:buNone/>
              <a:defRPr/>
            </a:pPr>
            <a:r>
              <a:rPr lang="es-CO" sz="2800" b="1" dirty="0">
                <a:solidFill>
                  <a:schemeClr val="bg1"/>
                </a:solidFill>
                <a:latin typeface="CIBFont Sans" panose="020B0603020202020104" pitchFamily="34" charset="77"/>
              </a:rPr>
              <a:t>Informe de Endeudamiento</a:t>
            </a:r>
          </a:p>
          <a:p>
            <a:pPr marL="0" marR="0" lvl="0" indent="0" algn="l" defTabSz="914400" rtl="0" eaLnBrk="1" fontAlgn="auto" latinLnBrk="1" hangingPunct="1">
              <a:lnSpc>
                <a:spcPts val="39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s-CO" sz="2800" b="1" dirty="0">
              <a:solidFill>
                <a:schemeClr val="bg1"/>
              </a:solidFill>
              <a:latin typeface="CIBFont Sans" panose="020B0603020202020104" pitchFamily="34" charset="77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5DFA07F-FFB6-9137-E71E-0BEF11764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730" y="820050"/>
            <a:ext cx="4856440" cy="275862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B3E21F5-8069-5AE4-E0D5-47992A4AC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53" y="837226"/>
            <a:ext cx="5172673" cy="293614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9748147-6550-BA5B-B272-1B0915C67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150" y="3843868"/>
            <a:ext cx="5168953" cy="293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76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25689-F761-1A89-F351-E6DA36A3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D50DF353-C55D-5C92-246C-3BE9D1CEFCEC}"/>
              </a:ext>
            </a:extLst>
          </p:cNvPr>
          <p:cNvSpPr/>
          <p:nvPr/>
        </p:nvSpPr>
        <p:spPr>
          <a:xfrm>
            <a:off x="-1" y="1315"/>
            <a:ext cx="12192000" cy="748237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5C43570-B049-000E-D7AD-8FE226BD5526}"/>
              </a:ext>
            </a:extLst>
          </p:cNvPr>
          <p:cNvSpPr txBox="1">
            <a:spLocks/>
          </p:cNvSpPr>
          <p:nvPr/>
        </p:nvSpPr>
        <p:spPr>
          <a:xfrm>
            <a:off x="99017" y="1244"/>
            <a:ext cx="8937235" cy="765485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900"/>
              </a:lnSpc>
              <a:buNone/>
              <a:defRPr/>
            </a:pPr>
            <a:endParaRPr lang="es-CO" sz="2800" b="1" dirty="0">
              <a:solidFill>
                <a:schemeClr val="bg1"/>
              </a:solidFill>
              <a:latin typeface="CIBFont Sans" panose="020B0603020202020104" pitchFamily="34" charset="77"/>
            </a:endParaRPr>
          </a:p>
          <a:p>
            <a:pPr marL="0" indent="0">
              <a:lnSpc>
                <a:spcPts val="3900"/>
              </a:lnSpc>
              <a:buNone/>
              <a:defRPr/>
            </a:pPr>
            <a:r>
              <a:rPr lang="es-CO" sz="2800" b="1" dirty="0">
                <a:solidFill>
                  <a:schemeClr val="bg1"/>
                </a:solidFill>
                <a:latin typeface="CIBFont Sans" panose="020B0603020202020104" pitchFamily="34" charset="77"/>
              </a:rPr>
              <a:t>Perfil de Deuda</a:t>
            </a:r>
          </a:p>
          <a:p>
            <a:pPr marL="0" marR="0" lvl="0" indent="0" algn="l" defTabSz="914400" rtl="0" eaLnBrk="1" fontAlgn="auto" latinLnBrk="1" hangingPunct="1">
              <a:lnSpc>
                <a:spcPts val="39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s-CO" sz="2800" b="1" dirty="0">
              <a:solidFill>
                <a:schemeClr val="bg1"/>
              </a:solidFill>
              <a:latin typeface="CIBFont Sans" panose="020B0603020202020104" pitchFamily="34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F5EE55-6710-7BBE-2D3B-B71868861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43" y="5111942"/>
            <a:ext cx="3810330" cy="1577477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8D4D33DC-2617-0964-99CA-A1BE8E5D9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9600" y="995097"/>
            <a:ext cx="8252798" cy="381306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77D4CEE-989D-9295-5FF3-D83E9B46F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576" y="5074238"/>
            <a:ext cx="2911092" cy="154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2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BBA07-8DD0-7043-BB22-2882566FF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47B7856-82A5-842B-2A42-222BD9658E4A}"/>
              </a:ext>
            </a:extLst>
          </p:cNvPr>
          <p:cNvSpPr/>
          <p:nvPr/>
        </p:nvSpPr>
        <p:spPr>
          <a:xfrm>
            <a:off x="-1" y="1315"/>
            <a:ext cx="12192000" cy="748237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052EFF8-F1C6-0DC5-84AA-C1AFD5FB364A}"/>
              </a:ext>
            </a:extLst>
          </p:cNvPr>
          <p:cNvSpPr txBox="1">
            <a:spLocks/>
          </p:cNvSpPr>
          <p:nvPr/>
        </p:nvSpPr>
        <p:spPr>
          <a:xfrm>
            <a:off x="99017" y="1244"/>
            <a:ext cx="8937235" cy="765485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900"/>
              </a:lnSpc>
              <a:buNone/>
              <a:defRPr/>
            </a:pPr>
            <a:endParaRPr lang="es-CO" sz="2800" b="1" dirty="0">
              <a:solidFill>
                <a:schemeClr val="bg1"/>
              </a:solidFill>
              <a:latin typeface="CIBFont Sans" panose="020B0603020202020104" pitchFamily="34" charset="77"/>
            </a:endParaRPr>
          </a:p>
          <a:p>
            <a:pPr marL="0" indent="0">
              <a:lnSpc>
                <a:spcPts val="3900"/>
              </a:lnSpc>
              <a:buNone/>
              <a:defRPr/>
            </a:pPr>
            <a:r>
              <a:rPr lang="es-CO" sz="2800" b="1" dirty="0">
                <a:solidFill>
                  <a:schemeClr val="bg1"/>
                </a:solidFill>
                <a:latin typeface="CIBFont Sans" panose="020B0603020202020104" pitchFamily="34" charset="77"/>
              </a:rPr>
              <a:t>KMV</a:t>
            </a:r>
          </a:p>
          <a:p>
            <a:pPr marL="0" marR="0" lvl="0" indent="0" algn="l" defTabSz="914400" rtl="0" eaLnBrk="1" fontAlgn="auto" latinLnBrk="1" hangingPunct="1">
              <a:lnSpc>
                <a:spcPts val="39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s-CO" sz="2800" b="1" dirty="0">
              <a:solidFill>
                <a:schemeClr val="bg1"/>
              </a:solidFill>
              <a:latin typeface="CIBFont Sans" panose="020B0603020202020104" pitchFamily="34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F36441-9D62-3B22-A760-18FE7C0E5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1100429"/>
            <a:ext cx="10982632" cy="46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07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CFEF09A-1356-EE4D-A63B-865C7CF1CD6F}"/>
              </a:ext>
            </a:extLst>
          </p:cNvPr>
          <p:cNvCxnSpPr>
            <a:cxnSpLocks/>
          </p:cNvCxnSpPr>
          <p:nvPr/>
        </p:nvCxnSpPr>
        <p:spPr>
          <a:xfrm>
            <a:off x="6538451" y="2763323"/>
            <a:ext cx="0" cy="1331354"/>
          </a:xfrm>
          <a:prstGeom prst="line">
            <a:avLst/>
          </a:prstGeom>
          <a:ln w="254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2EDBFDAD-6CB9-1832-70DA-3545E03A77C6}"/>
              </a:ext>
            </a:extLst>
          </p:cNvPr>
          <p:cNvSpPr txBox="1"/>
          <p:nvPr/>
        </p:nvSpPr>
        <p:spPr>
          <a:xfrm>
            <a:off x="241306" y="2826837"/>
            <a:ext cx="5999765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s-CO" sz="5400" b="1" dirty="0">
                <a:solidFill>
                  <a:schemeClr val="bg1"/>
                </a:solidFill>
                <a:latin typeface="CIBFont Sans" panose="020B0603020202020104" pitchFamily="34" charset="0"/>
              </a:rPr>
              <a:t>Gracias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 sz="4000" b="1" dirty="0">
              <a:solidFill>
                <a:schemeClr val="bg2"/>
              </a:solidFill>
              <a:latin typeface="CIBFont Sans" panose="020B0603020202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750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Fundación+Capital">
      <a:dk1>
        <a:srgbClr val="2C2A28"/>
      </a:dk1>
      <a:lt1>
        <a:srgbClr val="FEFFFE"/>
      </a:lt1>
      <a:dk2>
        <a:srgbClr val="2C2A28"/>
      </a:dk2>
      <a:lt2>
        <a:srgbClr val="FFFFFF"/>
      </a:lt2>
      <a:accent1>
        <a:srgbClr val="2C2A28"/>
      </a:accent1>
      <a:accent2>
        <a:srgbClr val="FDFFFD"/>
      </a:accent2>
      <a:accent3>
        <a:srgbClr val="ABA59C"/>
      </a:accent3>
      <a:accent4>
        <a:srgbClr val="FAD724"/>
      </a:accent4>
      <a:accent5>
        <a:srgbClr val="FAD724"/>
      </a:accent5>
      <a:accent6>
        <a:srgbClr val="A59F97"/>
      </a:accent6>
      <a:hlink>
        <a:srgbClr val="ABA59C"/>
      </a:hlink>
      <a:folHlink>
        <a:srgbClr val="DAD2C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-Grupo-Bancolombia.potx  -  Solo lectura" id="{D39E5AE8-CC25-482C-888B-0E1E16D6F017}" vid="{7D3255F0-9A23-494E-89E5-5FAB5D08841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E491A3657D62D4AB08B5DB664AA207E" ma:contentTypeVersion="2" ma:contentTypeDescription="Crear nuevo documento." ma:contentTypeScope="" ma:versionID="ed486b8564dba4fa6257f8c4eaa856bb">
  <xsd:schema xmlns:xsd="http://www.w3.org/2001/XMLSchema" xmlns:xs="http://www.w3.org/2001/XMLSchema" xmlns:p="http://schemas.microsoft.com/office/2006/metadata/properties" xmlns:ns2="129c0407-590f-4d5f-a629-a34a176deeae" targetNamespace="http://schemas.microsoft.com/office/2006/metadata/properties" ma:root="true" ma:fieldsID="90e1dcc788c1e190e217d91827f9949a" ns2:_="">
    <xsd:import namespace="129c0407-590f-4d5f-a629-a34a176dee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9c0407-590f-4d5f-a629-a34a176dee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46D73B-F5F8-4DB4-856F-95D00D6B4BA0}">
  <ds:schemaRefs>
    <ds:schemaRef ds:uri="129c0407-590f-4d5f-a629-a34a176deea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631178C-3989-43C8-BFEA-54C9AB1099C1}">
  <ds:schemaRefs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129c0407-590f-4d5f-a629-a34a176deeae"/>
    <ds:schemaRef ds:uri="http://purl.org/dc/terms/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204DEBA-25D9-4123-BD88-739E6EA20F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Plantilla-Grupo-Bancolombia</Template>
  <TotalTime>26194</TotalTime>
  <Words>15</Words>
  <Application>Microsoft Office PowerPoint</Application>
  <PresentationFormat>Panorámica</PresentationFormat>
  <Paragraphs>12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Calibri</vt:lpstr>
      <vt:lpstr>CIBFont Sans</vt:lpstr>
      <vt:lpstr>CIBFont Sans Book</vt:lpstr>
      <vt:lpstr>CIBFont Sans Light</vt:lpstr>
      <vt:lpstr>CIBFont Serif</vt:lpstr>
      <vt:lpstr>Tema1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Bancolombia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Hector Julio Poveda Agudelo</dc:creator>
  <cp:lastModifiedBy>Juan Camilo Rodriguez Turizo</cp:lastModifiedBy>
  <cp:revision>15</cp:revision>
  <dcterms:created xsi:type="dcterms:W3CDTF">2022-12-29T16:38:46Z</dcterms:created>
  <dcterms:modified xsi:type="dcterms:W3CDTF">2026-04-21T01:50:05Z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0x0101001E491A3657D62D4AB08B5DB664AA207E</vt:lpwstr>
  </property>
  <property fmtid="{D5CDD505-2E9C-101B-9397-08002B2CF9AE}" pid="3" name="MSIP_Label_71bdff26-5887-4e5c-8426-6e404c233df0_Enabled">
    <vt:lpwstr>true</vt:lpwstr>
  </property>
  <property fmtid="{D5CDD505-2E9C-101B-9397-08002B2CF9AE}" pid="4" name="MSIP_Label_71bdff26-5887-4e5c-8426-6e404c233df0_SetDate">
    <vt:lpwstr>2026-03-16T20:29:57Z</vt:lpwstr>
  </property>
  <property fmtid="{D5CDD505-2E9C-101B-9397-08002B2CF9AE}" pid="5" name="MSIP_Label_71bdff26-5887-4e5c-8426-6e404c233df0_Method">
    <vt:lpwstr>Standard</vt:lpwstr>
  </property>
  <property fmtid="{D5CDD505-2E9C-101B-9397-08002B2CF9AE}" pid="6" name="MSIP_Label_71bdff26-5887-4e5c-8426-6e404c233df0_Name">
    <vt:lpwstr>71bdff26-5887-4e5c-8426-6e404c233df0</vt:lpwstr>
  </property>
  <property fmtid="{D5CDD505-2E9C-101B-9397-08002B2CF9AE}" pid="7" name="MSIP_Label_71bdff26-5887-4e5c-8426-6e404c233df0_SiteId">
    <vt:lpwstr>b5e244bd-c492-495b-8b10-61bfd453e423</vt:lpwstr>
  </property>
  <property fmtid="{D5CDD505-2E9C-101B-9397-08002B2CF9AE}" pid="8" name="MSIP_Label_71bdff26-5887-4e5c-8426-6e404c233df0_ActionId">
    <vt:lpwstr>24d93300-1aca-4539-85f6-9282471cb415</vt:lpwstr>
  </property>
  <property fmtid="{D5CDD505-2E9C-101B-9397-08002B2CF9AE}" pid="9" name="MSIP_Label_71bdff26-5887-4e5c-8426-6e404c233df0_ContentBits">
    <vt:lpwstr>0</vt:lpwstr>
  </property>
  <property fmtid="{D5CDD505-2E9C-101B-9397-08002B2CF9AE}" pid="10" name="MSIP_Label_71bdff26-5887-4e5c-8426-6e404c233df0_Tag">
    <vt:lpwstr>10, 3, 0, 2</vt:lpwstr>
  </property>
</Properties>
</file>